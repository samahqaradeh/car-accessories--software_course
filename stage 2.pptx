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FBD1D-6864-EE38-044E-AF411C9993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EB2655-3E90-E593-5A4C-EAAFF808F3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FA1FFA-EA1A-68A8-CC00-A9D31C442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A68-25BA-40AC-AAC4-261C2697E5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55956-DB9D-21F1-A3FE-DA4F7D27D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ADA90-E700-7D95-C537-E96A487D1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23B4-4995-435A-B62F-0C83388DD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992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8C738-95F5-41FE-07BA-27B3A0276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8128A-80C4-1EFE-A359-EA2C857AD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40219-A686-9959-2C10-D09C9FD02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A68-25BA-40AC-AAC4-261C2697E5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798A2F-45FF-0015-A395-9F59FCB02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5F56B-5F16-DDDF-A75B-83D9BC627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23B4-4995-435A-B62F-0C83388DD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16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D797-857A-51E3-9DEE-F607CC2B7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60F9F6-EE1B-4EE8-6C56-45B5B519E1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6D7D0-14F9-08DE-C9A5-9970B1445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A68-25BA-40AC-AAC4-261C2697E5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2AEFB-1D65-5F7E-60DF-A989EB31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ECA6D-B348-177F-71FB-B171C8C81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23B4-4995-435A-B62F-0C83388DD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A8C09-A771-F7C5-26CF-D00415EB5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BB432-870F-904B-A232-DBEDE66284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7A5C50-3DDB-CAEE-26EE-FA24DAA16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EF8F03-AAEA-3BF1-74BC-DC3134385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A68-25BA-40AC-AAC4-261C2697E5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94B83-49A6-1A6D-69DA-FA925EB72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CB53C-E5D7-9C61-61BE-2586E5DE9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23B4-4995-435A-B62F-0C83388DD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211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BE4DD-A709-3CBC-A6E4-CF02D92BD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C431E-EE31-CA71-FFBA-6B452D0CCD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743A9-B756-9769-1D86-16F404A5F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8A8A81-42E4-24AA-B782-F0D253916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BBC850-9684-0BDA-8BF9-2C937E5289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35E973-1D47-B1A7-1D77-0755551EE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A68-25BA-40AC-AAC4-261C2697E5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007CF7-F3D5-F7C6-A8DC-ADA1BBCB1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5C415-C8C0-6E59-D2B7-A24211B69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23B4-4995-435A-B62F-0C83388DD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199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A5795-EFF9-E32C-2A47-1ECBBE1F9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A36F9-A880-DFFA-A29A-9A3DEF1DF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A68-25BA-40AC-AAC4-261C2697E5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723A3-001F-ECAC-1089-3052F6608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E2EA72-866D-C709-2A8A-C192DEEF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23B4-4995-435A-B62F-0C83388DD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41B4CA-671B-46A7-B3D5-D6A2118B9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A68-25BA-40AC-AAC4-261C2697E5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CE8DCF-E475-0D21-FC98-1EDD92AC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73CCB-A57A-B5E9-80FC-AE152D721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23B4-4995-435A-B62F-0C83388DD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843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6D921-5F26-DFD2-3AC9-9E7128C6B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DE6A17-13A6-DB9C-4767-1E1A4939D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1E179-3F39-3ACF-9963-92AA5CC60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04E92D-17A5-944D-62B7-84330CD02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A68-25BA-40AC-AAC4-261C2697E5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D0703B-B0C5-7458-3E34-AFE3A9CD3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FCB01-BA56-57C1-A0E9-35938C915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23B4-4995-435A-B62F-0C83388DD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8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7B10-2DE3-3F6C-6B93-EE4025765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3414F6-D8D8-195A-B6D0-7081BCDB3B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C500D-946A-0D03-3C1E-D874A573DA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4556BA-B0CC-4D67-15CA-F7B3A4C80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A68-25BA-40AC-AAC4-261C2697E5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46751-2842-1196-957F-B3C73684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B4321-9A0A-A4C2-E85A-2747B433D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23B4-4995-435A-B62F-0C83388DD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426A0-569F-990C-1389-9D3C1A0B8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89C1D0-5C69-1D02-6161-F170FC9F57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42031-FAE4-F69D-E873-E89482191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A68-25BA-40AC-AAC4-261C2697E5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B58AA-5171-8AAF-DA5C-858B56E6C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4333E-882B-A756-0F9D-432A20C4C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23B4-4995-435A-B62F-0C83388DD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218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6F951D-4000-26C8-0308-3E0AECF20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3BBF24-5693-6868-969D-AB333CA43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E3C0D-C9A4-D7CA-4489-BFCC5357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C1A68-25BA-40AC-AAC4-261C2697E5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C1681-8DB4-529A-48B2-5D3B8AAAE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651E-CA5C-31D6-B45B-2EF00574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3523B4-4995-435A-B62F-0C83388DD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850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100399-AF8C-21B5-229C-324D8F300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AB4AB-A749-0C0E-EC77-C77D5F86F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CCFCA-69E1-B33E-76ED-7D0097514A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C1A68-25BA-40AC-AAC4-261C2697E5B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90EE4-3CB8-CF22-108B-F4C7744292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54C48F-6321-B257-1D88-142EF11DEC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523B4-4995-435A-B62F-0C83388DD6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00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2EBC-2668-7BC3-462F-03CFF0F0EB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3C8E6-DCF9-7E23-CAF7-5BEB958D98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45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77C9-451A-B677-1E5D-44A894ED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Coverage before: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F65A908-D288-9E89-10F6-C5F016A77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1001" y="365125"/>
            <a:ext cx="7849695" cy="179095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D62CBD6-4232-620D-E704-F996D43CA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187" y="1599964"/>
            <a:ext cx="7687748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09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298C9-CB51-96DE-D949-383E2D343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before: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729AA-AC9D-1649-3E6D-35CC20F5D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F4865C-1ED6-64B2-433E-D8BA88B81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61037"/>
            <a:ext cx="7954485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69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E3185-AC0B-202E-9AF2-4F10250FF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BEFORE: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6C4C8A9-C577-EA2F-32DA-AF0574ECB8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5640" y="2757394"/>
            <a:ext cx="1914792" cy="1343212"/>
          </a:xfrm>
        </p:spPr>
      </p:pic>
    </p:spTree>
    <p:extLst>
      <p:ext uri="{BB962C8B-B14F-4D97-AF65-F5344CB8AC3E}">
        <p14:creationId xmlns:p14="http://schemas.microsoft.com/office/powerpoint/2010/main" val="3455876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1F5E1-7482-5D25-9574-36C516184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Before: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95FFF6F-C0BA-C911-0816-3982A63733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90454" y="1205761"/>
            <a:ext cx="5676431" cy="5043817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A877A6-7E34-7EA6-84B3-90C6521E90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47" y="1205762"/>
            <a:ext cx="6011114" cy="528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0780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89544-8BE1-AD48-DEB9-6E1779F14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0F4F605-3623-DC37-214B-5758C1647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7407" y="1024762"/>
            <a:ext cx="4992976" cy="4351338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12AD021-248D-3C36-FB97-977C884EE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4762"/>
            <a:ext cx="6411220" cy="546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627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0D8FC-B824-9093-25AD-2082FC42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00FAB-EB07-DD03-3C80-C2445AE2C9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62FD2-F07D-43FC-1688-762E041F4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307"/>
            <a:ext cx="6439799" cy="55919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CBEE30-E653-A65B-1383-EB55484C1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9608" y="594917"/>
            <a:ext cx="6468378" cy="5668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440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5BB2E-89CE-1556-922D-FFCF77D27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C31DF-5D3C-6DE0-966E-A0DC07992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FE2460-46A7-DB97-216B-42F745412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5125"/>
            <a:ext cx="6449325" cy="5630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176B71-CB3B-1A00-871C-D83536DFF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80627"/>
            <a:ext cx="6639852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781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CF984-4CE5-A1DD-926B-EE3212336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BDBA60-740A-04E8-13B6-CC8757049A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85979" y="1027906"/>
            <a:ext cx="5428067" cy="467157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841CF24-7A9C-4F94-F579-36D23FDEFF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0083" y="442113"/>
            <a:ext cx="6716062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94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33472-18D8-B138-A8CE-334282007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946306-CBCA-AC93-B6FD-0D3074E000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8973" y="990197"/>
            <a:ext cx="5353027" cy="435133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ADA39C-DBC2-3B51-03CF-7F49580BC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76" y="365125"/>
            <a:ext cx="6639852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0580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43623-8BAF-5F1E-C78F-9FD23EC10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4F3C2-6E3D-D731-1EA6-74020B2ED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508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01A30-7F23-80C4-0710-CAC6F6D81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28969-4ADE-50DC-17AC-1D87D7FA27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55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</TotalTime>
  <Words>11</Words>
  <Application>Microsoft Office PowerPoint</Application>
  <PresentationFormat>Widescreen</PresentationFormat>
  <Paragraphs>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Coverage before:</vt:lpstr>
      <vt:lpstr>Dashboard before:</vt:lpstr>
      <vt:lpstr>COMPLEXITY BEFORE:</vt:lpstr>
      <vt:lpstr>Before: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nazeer qaradeh</dc:creator>
  <cp:lastModifiedBy>nazeer qaradeh</cp:lastModifiedBy>
  <cp:revision>16</cp:revision>
  <dcterms:created xsi:type="dcterms:W3CDTF">2023-12-20T18:51:42Z</dcterms:created>
  <dcterms:modified xsi:type="dcterms:W3CDTF">2025-11-05T23:05:50Z</dcterms:modified>
</cp:coreProperties>
</file>